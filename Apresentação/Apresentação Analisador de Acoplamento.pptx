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Proxima Nova Extrabold"/>
      <p:bold r:id="rId28"/>
    </p:embeddedFont>
    <p:embeddedFont>
      <p:font typeface="Proxima Nova Semibold"/>
      <p:regular r:id="rId29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Roboto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ProximaNovaExtrabold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Semibold-boldItalic.fntdata"/><Relationship Id="rId30" Type="http://schemas.openxmlformats.org/officeDocument/2006/relationships/font" Target="fonts/ProximaNova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4266b25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4266b25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42e4618b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242e4618b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6c028a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6c028a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db6908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db6908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db69086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0db69086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db69086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db69086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db69086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db6908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db69086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db69086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db6908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db6908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db69086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db69086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db69086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db69086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db69086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db69086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db69086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db69086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4266b250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4266b250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3425" y="0"/>
            <a:ext cx="9144000" cy="5143500"/>
          </a:xfrm>
          <a:prstGeom prst="rect">
            <a:avLst/>
          </a:prstGeom>
          <a:solidFill>
            <a:srgbClr val="DB1E2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2879725" y="-1518650"/>
            <a:ext cx="5594350" cy="78476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1700" y="41800"/>
            <a:ext cx="8520600" cy="47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Aplicação de Métricas para Quantificação de  Acoplamento de Código</a:t>
            </a:r>
            <a:endParaRPr sz="50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984225" y="3526350"/>
            <a:ext cx="65139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Disciplina: </a:t>
            </a:r>
            <a:r>
              <a:rPr lang="pt-BR" sz="2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IN0980 - Tópicos Avançados em Engenharia de Software 3 </a:t>
            </a:r>
            <a:endParaRPr sz="2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Professor: </a:t>
            </a:r>
            <a:r>
              <a:rPr lang="pt-BR" sz="2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Breno Miranda</a:t>
            </a:r>
            <a:endParaRPr sz="2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Aluno: </a:t>
            </a:r>
            <a:r>
              <a:rPr lang="pt-BR" sz="2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Tiago Perrelli</a:t>
            </a:r>
            <a:endParaRPr sz="2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460475"/>
            <a:ext cx="8520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Acoplamento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Representa o grau da relação entre as entidades de um sistema (Zhao, 2011).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Manutenabilidade;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Testabilidade;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Compreensibilidade.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460475"/>
            <a:ext cx="8520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Acoplamento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Acoplamento de Dado x Acoplamento de Controle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0" name="Google Shape;70;p15"/>
          <p:cNvSpPr txBox="1"/>
          <p:nvPr/>
        </p:nvSpPr>
        <p:spPr>
          <a:xfrm>
            <a:off x="3041250" y="4397400"/>
            <a:ext cx="3061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Fonte: Dou, et all (2023)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587" y="2271800"/>
            <a:ext cx="4246825" cy="20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990" y="764500"/>
            <a:ext cx="5720026" cy="36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O acoplamento de sistema é dado por: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203" y="2480773"/>
            <a:ext cx="4189601" cy="1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161" y="703075"/>
            <a:ext cx="6711674" cy="387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588" y="1279625"/>
            <a:ext cx="5187535" cy="36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Manual Coefficient: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Importância de uma variável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■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Alavanca de controle x Temperatura da cabine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Standard Coefficient: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Pondera a quantidade de vezes que uma variável foi usada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787" y="2960773"/>
            <a:ext cx="2798426" cy="12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5797538" y="40646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X</a:t>
            </a:r>
            <a:r>
              <a:rPr baseline="-25000" lang="pt-BR" sz="900"/>
              <a:t>i</a:t>
            </a:r>
            <a:r>
              <a:rPr lang="pt-BR" sz="1000"/>
              <a:t> -&gt; Quantidade de vezes que a variável i foi utilizada,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u -&gt; Média de ocorrência de todas as variáveis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N -&gt; Total de variáveis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Hierarchical Coefficient</a:t>
            </a: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Verifica a posição das variáveis na árvore de dependência.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22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5931688" y="41695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latin typeface="Roboto"/>
                <a:ea typeface="Roboto"/>
                <a:cs typeface="Roboto"/>
                <a:sym typeface="Roboto"/>
              </a:rPr>
              <a:t>dep(i) -&gt; Distância para um nó i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latin typeface="Roboto"/>
                <a:ea typeface="Roboto"/>
                <a:cs typeface="Roboto"/>
                <a:sym typeface="Roboto"/>
              </a:rPr>
              <a:t>cmp(i) -&gt; Complexidade para um nó i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latin typeface="Roboto"/>
                <a:ea typeface="Roboto"/>
                <a:cs typeface="Roboto"/>
                <a:sym typeface="Roboto"/>
              </a:rPr>
              <a:t>F(i) -&gt; Ordem do nó i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600" y="3035650"/>
            <a:ext cx="4836801" cy="9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O acoplamento entre dois componentes consiste em uma soma cumulativa dos pesos de todas as variáveis envolvidas nos componentes.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3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1566300"/>
            <a:ext cx="85206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pt-BR" sz="2400">
                <a:latin typeface="Proxima Nova"/>
                <a:ea typeface="Proxima Nova"/>
                <a:cs typeface="Proxima Nova"/>
                <a:sym typeface="Proxima Nova"/>
              </a:rPr>
              <a:t>O acoplamento entre dois componentes consiste em uma soma cumulativa dos pesos de todas as variáveis envolvidas nos componentes.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4"/>
          <p:cNvSpPr txBox="1"/>
          <p:nvPr>
            <p:ph type="ctrTitle"/>
          </p:nvPr>
        </p:nvSpPr>
        <p:spPr>
          <a:xfrm>
            <a:off x="311700" y="460475"/>
            <a:ext cx="88833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Quantitative Analysis of System Coupling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175" y="-29900"/>
            <a:ext cx="9144000" cy="51735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2796300" y="1744000"/>
            <a:ext cx="3551400" cy="13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>
                <a:solidFill>
                  <a:schemeClr val="lt1"/>
                </a:solidFill>
              </a:rPr>
              <a:t>Código</a:t>
            </a:r>
            <a:endParaRPr sz="5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865275" y="53762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88888"/>
              </a:solidFill>
            </a:endParaRPr>
          </a:p>
        </p:txBody>
      </p:sp>
      <p:pic>
        <p:nvPicPr>
          <p:cNvPr id="141" name="Google Shape;141;p26" title="H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63" y="1201124"/>
            <a:ext cx="7929477" cy="27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